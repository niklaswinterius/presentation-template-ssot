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4"/>
  </p:sldMasterIdLst>
  <p:notesMasterIdLst>
    <p:notesMasterId r:id="rId7"/>
  </p:notesMasterIdLst>
  <p:handoutMasterIdLst>
    <p:handoutMasterId r:id="rId8"/>
  </p:handoutMasterIdLst>
  <p:sldIdLst>
    <p:sldId id="258" r:id="rId5"/>
    <p:sldId id="259" r:id="rId6"/>
  </p:sldIdLst>
  <p:sldSz cx="12192000" cy="6858000"/>
  <p:notesSz cx="7010400" cy="92964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95C913-7658-09D2-9FB6-6A0723661325}" name="Jan Weser" initials="JW" userId="S::jan.weser@koerber.com::e9d300bb-0184-4587-94dc-715af8e041db" providerId="AD"/>
  <p188:author id="{9A47F71C-B364-59FA-6692-D57E4738A5F7}" name="Paula Hentges" initials="PH" userId="S::paula.hentges@koerber.com::88fa869a-c4e2-4a35-b4d3-1f524469474a" providerId="AD"/>
  <p188:author id="{D1C85928-FC48-9405-BBFF-5733BA9F2E63}" name="Lena Wouters" initials="LW" userId="S::lena.wouters@Koerber.com::5e5af90f-17ea-4289-9284-c16839a9ee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ECE6"/>
    <a:srgbClr val="F0ECE5"/>
    <a:srgbClr val="81C0FF"/>
    <a:srgbClr val="2345AB"/>
    <a:srgbClr val="2345A8"/>
    <a:srgbClr val="0060FF"/>
    <a:srgbClr val="FE8623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D3AEA-8AA5-4259-8A0B-812864A70965}" v="224" dt="2025-11-17T15:12:20.508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9" autoAdjust="0"/>
  </p:normalViewPr>
  <p:slideViewPr>
    <p:cSldViewPr snapToGrid="0">
      <p:cViewPr varScale="1">
        <p:scale>
          <a:sx n="77" d="100"/>
          <a:sy n="77" d="100"/>
        </p:scale>
        <p:origin x="126" y="10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784" y="11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las Winter" userId="0691c599-ddfd-4750-a705-89cf59315d72" providerId="ADAL" clId="{B487756B-7C9F-424E-85BD-6AA1169BDF3A}"/>
    <pc:docChg chg="undo custSel modSld modMainMaster">
      <pc:chgData name="Niklas Winter" userId="0691c599-ddfd-4750-a705-89cf59315d72" providerId="ADAL" clId="{B487756B-7C9F-424E-85BD-6AA1169BDF3A}" dt="2025-11-17T15:12:20.508" v="76"/>
      <pc:docMkLst>
        <pc:docMk/>
      </pc:docMkLst>
      <pc:sldChg chg="modSp mod">
        <pc:chgData name="Niklas Winter" userId="0691c599-ddfd-4750-a705-89cf59315d72" providerId="ADAL" clId="{B487756B-7C9F-424E-85BD-6AA1169BDF3A}" dt="2025-11-17T14:55:51.515" v="57" actId="3064"/>
        <pc:sldMkLst>
          <pc:docMk/>
          <pc:sldMk cId="3158563345" sldId="258"/>
        </pc:sldMkLst>
        <pc:spChg chg="mod">
          <ac:chgData name="Niklas Winter" userId="0691c599-ddfd-4750-a705-89cf59315d72" providerId="ADAL" clId="{B487756B-7C9F-424E-85BD-6AA1169BDF3A}" dt="2025-11-17T14:55:51.515" v="57" actId="3064"/>
          <ac:spMkLst>
            <pc:docMk/>
            <pc:sldMk cId="3158563345" sldId="258"/>
            <ac:spMk id="2" creationId="{DA065377-5183-7680-59D0-489F1B8A789B}"/>
          </ac:spMkLst>
        </pc:spChg>
      </pc:sldChg>
      <pc:sldChg chg="modSp mod">
        <pc:chgData name="Niklas Winter" userId="0691c599-ddfd-4750-a705-89cf59315d72" providerId="ADAL" clId="{B487756B-7C9F-424E-85BD-6AA1169BDF3A}" dt="2025-11-17T14:55:46.244" v="56" actId="3064"/>
        <pc:sldMkLst>
          <pc:docMk/>
          <pc:sldMk cId="543901504" sldId="259"/>
        </pc:sldMkLst>
        <pc:spChg chg="mod">
          <ac:chgData name="Niklas Winter" userId="0691c599-ddfd-4750-a705-89cf59315d72" providerId="ADAL" clId="{B487756B-7C9F-424E-85BD-6AA1169BDF3A}" dt="2025-11-17T14:55:46.244" v="56" actId="3064"/>
          <ac:spMkLst>
            <pc:docMk/>
            <pc:sldMk cId="543901504" sldId="259"/>
            <ac:spMk id="2" creationId="{3B126863-1035-FCD4-06B4-CA388491FBCB}"/>
          </ac:spMkLst>
        </pc:spChg>
        <pc:spChg chg="mod">
          <ac:chgData name="Niklas Winter" userId="0691c599-ddfd-4750-a705-89cf59315d72" providerId="ADAL" clId="{B487756B-7C9F-424E-85BD-6AA1169BDF3A}" dt="2025-11-17T14:55:41.116" v="55" actId="3064"/>
          <ac:spMkLst>
            <pc:docMk/>
            <pc:sldMk cId="543901504" sldId="259"/>
            <ac:spMk id="3" creationId="{DC4C909D-9F21-B2E3-CB05-93C7B2DDCBC8}"/>
          </ac:spMkLst>
        </pc:spChg>
      </pc:sldChg>
      <pc:sldMasterChg chg="modSp mod modSldLayout">
        <pc:chgData name="Niklas Winter" userId="0691c599-ddfd-4750-a705-89cf59315d72" providerId="ADAL" clId="{B487756B-7C9F-424E-85BD-6AA1169BDF3A}" dt="2025-11-17T15:12:20.508" v="76"/>
        <pc:sldMasterMkLst>
          <pc:docMk/>
          <pc:sldMasterMk cId="596348250" sldId="2147483791"/>
        </pc:sldMasterMkLst>
        <pc:spChg chg="mod">
          <ac:chgData name="Niklas Winter" userId="0691c599-ddfd-4750-a705-89cf59315d72" providerId="ADAL" clId="{B487756B-7C9F-424E-85BD-6AA1169BDF3A}" dt="2025-11-17T15:10:26.358" v="70" actId="1076"/>
          <ac:spMkLst>
            <pc:docMk/>
            <pc:sldMasterMk cId="596348250" sldId="2147483791"/>
            <ac:spMk id="2" creationId="{00000000-0000-0000-0000-000000000000}"/>
          </ac:spMkLst>
        </pc:spChg>
        <pc:spChg chg="mod">
          <ac:chgData name="Niklas Winter" userId="0691c599-ddfd-4750-a705-89cf59315d72" providerId="ADAL" clId="{B487756B-7C9F-424E-85BD-6AA1169BDF3A}" dt="2025-11-17T14:55:11.004" v="33" actId="20577"/>
          <ac:spMkLst>
            <pc:docMk/>
            <pc:sldMasterMk cId="596348250" sldId="2147483791"/>
            <ac:spMk id="3" creationId="{C951E56E-A855-A1CC-9B72-FFDB7F7BBE60}"/>
          </ac:spMkLst>
        </pc:spChg>
        <pc:graphicFrameChg chg="mod">
          <ac:chgData name="Niklas Winter" userId="0691c599-ddfd-4750-a705-89cf59315d72" providerId="ADAL" clId="{B487756B-7C9F-424E-85BD-6AA1169BDF3A}" dt="2025-11-17T15:10:26.381" v="72"/>
          <ac:graphicFrameMkLst>
            <pc:docMk/>
            <pc:sldMasterMk cId="596348250" sldId="2147483791"/>
            <ac:graphicFrameMk id="8" creationId="{00000000-0000-0000-0000-000000000000}"/>
          </ac:graphicFrameMkLst>
        </pc:graphicFrameChg>
        <pc:sldLayoutChg chg="addSp delSp modSp mod">
          <pc:chgData name="Niklas Winter" userId="0691c599-ddfd-4750-a705-89cf59315d72" providerId="ADAL" clId="{B487756B-7C9F-424E-85BD-6AA1169BDF3A}" dt="2025-11-17T15:12:18.188" v="74"/>
          <pc:sldLayoutMkLst>
            <pc:docMk/>
            <pc:sldMasterMk cId="596348250" sldId="2147483791"/>
            <pc:sldLayoutMk cId="1940906720" sldId="2147483793"/>
          </pc:sldLayoutMkLst>
          <pc:spChg chg="add del mod">
            <ac:chgData name="Niklas Winter" userId="0691c599-ddfd-4750-a705-89cf59315d72" providerId="ADAL" clId="{B487756B-7C9F-424E-85BD-6AA1169BDF3A}" dt="2025-11-17T15:05:51.102" v="58"/>
            <ac:spMkLst>
              <pc:docMk/>
              <pc:sldMasterMk cId="596348250" sldId="2147483791"/>
              <pc:sldLayoutMk cId="1940906720" sldId="2147483793"/>
              <ac:spMk id="2" creationId="{75BA797B-F355-1E50-045D-157E619FFFBC}"/>
            </ac:spMkLst>
          </pc:spChg>
          <pc:spChg chg="add del mod">
            <ac:chgData name="Niklas Winter" userId="0691c599-ddfd-4750-a705-89cf59315d72" providerId="ADAL" clId="{B487756B-7C9F-424E-85BD-6AA1169BDF3A}" dt="2025-11-17T15:05:51.343" v="59"/>
            <ac:spMkLst>
              <pc:docMk/>
              <pc:sldMasterMk cId="596348250" sldId="2147483791"/>
              <pc:sldLayoutMk cId="1940906720" sldId="2147483793"/>
              <ac:spMk id="3" creationId="{E770AACA-D758-7FA5-84D0-9F61D08DE3A1}"/>
            </ac:spMkLst>
          </pc:spChg>
          <pc:spChg chg="add del mod">
            <ac:chgData name="Niklas Winter" userId="0691c599-ddfd-4750-a705-89cf59315d72" providerId="ADAL" clId="{B487756B-7C9F-424E-85BD-6AA1169BDF3A}" dt="2025-11-17T15:05:51.343" v="59"/>
            <ac:spMkLst>
              <pc:docMk/>
              <pc:sldMasterMk cId="596348250" sldId="2147483791"/>
              <pc:sldLayoutMk cId="1940906720" sldId="2147483793"/>
              <ac:spMk id="4" creationId="{F52BF3EB-AB1A-3EF5-33F1-E400C792DDB6}"/>
            </ac:spMkLst>
          </pc:spChg>
          <pc:spChg chg="add del mod">
            <ac:chgData name="Niklas Winter" userId="0691c599-ddfd-4750-a705-89cf59315d72" providerId="ADAL" clId="{B487756B-7C9F-424E-85BD-6AA1169BDF3A}" dt="2025-11-17T15:05:51.343" v="59"/>
            <ac:spMkLst>
              <pc:docMk/>
              <pc:sldMasterMk cId="596348250" sldId="2147483791"/>
              <pc:sldLayoutMk cId="1940906720" sldId="2147483793"/>
              <ac:spMk id="7" creationId="{769B0BC5-B78B-1758-7D31-7C3AED254E98}"/>
            </ac:spMkLst>
          </pc:spChg>
          <pc:spChg chg="add mod">
            <ac:chgData name="Niklas Winter" userId="0691c599-ddfd-4750-a705-89cf59315d72" providerId="ADAL" clId="{B487756B-7C9F-424E-85BD-6AA1169BDF3A}" dt="2025-11-17T15:12:17.925" v="73"/>
            <ac:spMkLst>
              <pc:docMk/>
              <pc:sldMasterMk cId="596348250" sldId="2147483791"/>
              <pc:sldLayoutMk cId="1940906720" sldId="2147483793"/>
              <ac:spMk id="8" creationId="{B889B00A-558F-E6BA-B005-1BAC1490C304}"/>
            </ac:spMkLst>
          </pc:spChg>
          <pc:spChg chg="add mod">
            <ac:chgData name="Niklas Winter" userId="0691c599-ddfd-4750-a705-89cf59315d72" providerId="ADAL" clId="{B487756B-7C9F-424E-85BD-6AA1169BDF3A}" dt="2025-11-17T15:12:18.188" v="74"/>
            <ac:spMkLst>
              <pc:docMk/>
              <pc:sldMasterMk cId="596348250" sldId="2147483791"/>
              <pc:sldLayoutMk cId="1940906720" sldId="2147483793"/>
              <ac:spMk id="9" creationId="{6C87F720-9F1F-AFC7-EA8B-344458F87477}"/>
            </ac:spMkLst>
          </pc:spChg>
          <pc:spChg chg="add mod">
            <ac:chgData name="Niklas Winter" userId="0691c599-ddfd-4750-a705-89cf59315d72" providerId="ADAL" clId="{B487756B-7C9F-424E-85BD-6AA1169BDF3A}" dt="2025-11-17T15:12:18.188" v="74"/>
            <ac:spMkLst>
              <pc:docMk/>
              <pc:sldMasterMk cId="596348250" sldId="2147483791"/>
              <pc:sldLayoutMk cId="1940906720" sldId="2147483793"/>
              <ac:spMk id="10" creationId="{C3EA9220-D7DD-FAA9-2617-BF0A36110EF3}"/>
            </ac:spMkLst>
          </pc:spChg>
          <pc:spChg chg="add mod">
            <ac:chgData name="Niklas Winter" userId="0691c599-ddfd-4750-a705-89cf59315d72" providerId="ADAL" clId="{B487756B-7C9F-424E-85BD-6AA1169BDF3A}" dt="2025-11-17T15:12:18.188" v="74"/>
            <ac:spMkLst>
              <pc:docMk/>
              <pc:sldMasterMk cId="596348250" sldId="2147483791"/>
              <pc:sldLayoutMk cId="1940906720" sldId="2147483793"/>
              <ac:spMk id="11" creationId="{59ACE4FD-D55F-03CF-E283-775B072E68A6}"/>
            </ac:spMkLst>
          </pc:spChg>
          <pc:graphicFrameChg chg="mod">
            <ac:chgData name="Niklas Winter" userId="0691c599-ddfd-4750-a705-89cf59315d72" providerId="ADAL" clId="{B487756B-7C9F-424E-85BD-6AA1169BDF3A}" dt="2025-11-17T15:05:51.622" v="61"/>
            <ac:graphicFrameMkLst>
              <pc:docMk/>
              <pc:sldMasterMk cId="596348250" sldId="2147483791"/>
              <pc:sldLayoutMk cId="1940906720" sldId="2147483793"/>
              <ac:graphicFrameMk id="6" creationId="{3B8FB607-BD85-6550-06FC-8DA5E3EB4878}"/>
            </ac:graphicFrameMkLst>
          </pc:graphicFrameChg>
        </pc:sldLayoutChg>
        <pc:sldLayoutChg chg="addSp delSp modSp mod">
          <pc:chgData name="Niklas Winter" userId="0691c599-ddfd-4750-a705-89cf59315d72" providerId="ADAL" clId="{B487756B-7C9F-424E-85BD-6AA1169BDF3A}" dt="2025-11-17T15:12:20.508" v="76"/>
          <pc:sldLayoutMkLst>
            <pc:docMk/>
            <pc:sldMasterMk cId="596348250" sldId="2147483791"/>
            <pc:sldLayoutMk cId="2424487203" sldId="2147483799"/>
          </pc:sldLayoutMkLst>
          <pc:spChg chg="add del mod">
            <ac:chgData name="Niklas Winter" userId="0691c599-ddfd-4750-a705-89cf59315d72" providerId="ADAL" clId="{B487756B-7C9F-424E-85BD-6AA1169BDF3A}" dt="2025-11-17T15:06:07.284" v="62"/>
            <ac:spMkLst>
              <pc:docMk/>
              <pc:sldMasterMk cId="596348250" sldId="2147483791"/>
              <pc:sldLayoutMk cId="2424487203" sldId="2147483799"/>
              <ac:spMk id="2" creationId="{19DFFBD7-96E3-7FB5-9EFE-6CAFD5566F7D}"/>
            </ac:spMkLst>
          </pc:spChg>
          <pc:spChg chg="add del mod">
            <ac:chgData name="Niklas Winter" userId="0691c599-ddfd-4750-a705-89cf59315d72" providerId="ADAL" clId="{B487756B-7C9F-424E-85BD-6AA1169BDF3A}" dt="2025-11-17T15:06:07.572" v="63"/>
            <ac:spMkLst>
              <pc:docMk/>
              <pc:sldMasterMk cId="596348250" sldId="2147483791"/>
              <pc:sldLayoutMk cId="2424487203" sldId="2147483799"/>
              <ac:spMk id="3" creationId="{669B6991-2664-BCA6-4269-E3D29FC8885B}"/>
            </ac:spMkLst>
          </pc:spChg>
          <pc:spChg chg="add del mod">
            <ac:chgData name="Niklas Winter" userId="0691c599-ddfd-4750-a705-89cf59315d72" providerId="ADAL" clId="{B487756B-7C9F-424E-85BD-6AA1169BDF3A}" dt="2025-11-17T15:06:07.572" v="63"/>
            <ac:spMkLst>
              <pc:docMk/>
              <pc:sldMasterMk cId="596348250" sldId="2147483791"/>
              <pc:sldLayoutMk cId="2424487203" sldId="2147483799"/>
              <ac:spMk id="4" creationId="{6EED44A9-E1BD-594B-D858-ACC0C0E925A1}"/>
            </ac:spMkLst>
          </pc:spChg>
          <pc:spChg chg="add del mod">
            <ac:chgData name="Niklas Winter" userId="0691c599-ddfd-4750-a705-89cf59315d72" providerId="ADAL" clId="{B487756B-7C9F-424E-85BD-6AA1169BDF3A}" dt="2025-11-17T15:06:07.572" v="63"/>
            <ac:spMkLst>
              <pc:docMk/>
              <pc:sldMasterMk cId="596348250" sldId="2147483791"/>
              <pc:sldLayoutMk cId="2424487203" sldId="2147483799"/>
              <ac:spMk id="6" creationId="{AEDF945B-3FD4-5182-AEC3-C902571925D8}"/>
            </ac:spMkLst>
          </pc:spChg>
          <pc:spChg chg="add mod">
            <ac:chgData name="Niklas Winter" userId="0691c599-ddfd-4750-a705-89cf59315d72" providerId="ADAL" clId="{B487756B-7C9F-424E-85BD-6AA1169BDF3A}" dt="2025-11-17T15:12:20.236" v="75"/>
            <ac:spMkLst>
              <pc:docMk/>
              <pc:sldMasterMk cId="596348250" sldId="2147483791"/>
              <pc:sldLayoutMk cId="2424487203" sldId="2147483799"/>
              <ac:spMk id="7" creationId="{F3CE9CE7-861F-814D-6951-5C849A9495A0}"/>
            </ac:spMkLst>
          </pc:spChg>
          <pc:spChg chg="add mod">
            <ac:chgData name="Niklas Winter" userId="0691c599-ddfd-4750-a705-89cf59315d72" providerId="ADAL" clId="{B487756B-7C9F-424E-85BD-6AA1169BDF3A}" dt="2025-11-17T15:12:20.508" v="76"/>
            <ac:spMkLst>
              <pc:docMk/>
              <pc:sldMasterMk cId="596348250" sldId="2147483791"/>
              <pc:sldLayoutMk cId="2424487203" sldId="2147483799"/>
              <ac:spMk id="8" creationId="{1836F6AE-A1C7-15C2-163F-7A36637C563B}"/>
            </ac:spMkLst>
          </pc:spChg>
          <pc:spChg chg="add mod">
            <ac:chgData name="Niklas Winter" userId="0691c599-ddfd-4750-a705-89cf59315d72" providerId="ADAL" clId="{B487756B-7C9F-424E-85BD-6AA1169BDF3A}" dt="2025-11-17T15:12:20.508" v="76"/>
            <ac:spMkLst>
              <pc:docMk/>
              <pc:sldMasterMk cId="596348250" sldId="2147483791"/>
              <pc:sldLayoutMk cId="2424487203" sldId="2147483799"/>
              <ac:spMk id="10" creationId="{352FD890-41F2-DB03-0E7C-C9C5AE23E7F5}"/>
            </ac:spMkLst>
          </pc:spChg>
          <pc:spChg chg="add mod">
            <ac:chgData name="Niklas Winter" userId="0691c599-ddfd-4750-a705-89cf59315d72" providerId="ADAL" clId="{B487756B-7C9F-424E-85BD-6AA1169BDF3A}" dt="2025-11-17T15:12:20.508" v="76"/>
            <ac:spMkLst>
              <pc:docMk/>
              <pc:sldMasterMk cId="596348250" sldId="2147483791"/>
              <pc:sldLayoutMk cId="2424487203" sldId="2147483799"/>
              <ac:spMk id="12" creationId="{13781415-B662-FC33-9DA1-CF6A5CE3E7BF}"/>
            </ac:spMkLst>
          </pc:spChg>
          <pc:graphicFrameChg chg="mod">
            <ac:chgData name="Niklas Winter" userId="0691c599-ddfd-4750-a705-89cf59315d72" providerId="ADAL" clId="{B487756B-7C9F-424E-85BD-6AA1169BDF3A}" dt="2025-11-17T15:06:07.796" v="65"/>
            <ac:graphicFrameMkLst>
              <pc:docMk/>
              <pc:sldMasterMk cId="596348250" sldId="2147483791"/>
              <pc:sldLayoutMk cId="2424487203" sldId="2147483799"/>
              <ac:graphicFrameMk id="5" creationId="{6FD5065D-C4BE-10B5-47EF-AA1A642BD331}"/>
            </ac:graphicFrameMkLst>
          </pc:graphicFrame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83990-11A4-4591-BB2E-8B9EBF45D776}" type="datetimeFigureOut">
              <a:rPr lang="en-US" smtClean="0">
                <a:latin typeface="Arial" panose="020B0604020202020204" pitchFamily="34" charset="0"/>
              </a:rPr>
              <a:t>11/17/2025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70A6C-A967-4BE9-9801-C835F295E7F4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3390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B525F1B7-D9C1-4048-B20A-C8895EC064A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9583F78-C84D-44B5-BACE-07816AF646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ingle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B8FB607-BD85-6550-06FC-8DA5E3EB48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1353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8FB607-BD85-6550-06FC-8DA5E3EB48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_main"/>
          <p:cNvSpPr>
            <a:spLocks noGrp="1"/>
          </p:cNvSpPr>
          <p:nvPr>
            <p:ph sz="quarter" idx="25"/>
          </p:nvPr>
        </p:nvSpPr>
        <p:spPr>
          <a:xfrm>
            <a:off x="334963" y="1376363"/>
            <a:ext cx="11520487" cy="4681537"/>
          </a:xfrm>
          <a:prstGeom prst="rect">
            <a:avLst/>
          </a:prstGeo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889B00A-558F-E6BA-B005-1BAC1490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87F720-9F1F-AFC7-EA8B-344458F874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69C37B28-10C0-4916-8EB5-F1BA25CF9C6D}" type="datetime3">
              <a:rPr lang="en-US" smtClean="0"/>
              <a:t>17 November 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3EA9220-D7DD-FAA9-2617-BF0A36110EF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ACE4FD-D55F-03CF-E283-775B072E68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wo_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FD5065D-C4BE-10B5-47EF-AA1A642BD3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6867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5065D-C4BE-10B5-47EF-AA1A642BD3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_right"/>
          <p:cNvSpPr>
            <a:spLocks noGrp="1"/>
          </p:cNvSpPr>
          <p:nvPr>
            <p:ph sz="quarter" idx="15"/>
          </p:nvPr>
        </p:nvSpPr>
        <p:spPr>
          <a:xfrm>
            <a:off x="6276000" y="1376363"/>
            <a:ext cx="5580000" cy="4680000"/>
          </a:xfrm>
          <a:prstGeom prst="rect">
            <a:avLst/>
          </a:prstGeo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content_left"/>
          <p:cNvSpPr>
            <a:spLocks noGrp="1"/>
          </p:cNvSpPr>
          <p:nvPr>
            <p:ph sz="quarter" idx="25"/>
          </p:nvPr>
        </p:nvSpPr>
        <p:spPr>
          <a:xfrm>
            <a:off x="334962" y="1376363"/>
            <a:ext cx="5580000" cy="4679950"/>
          </a:xfrm>
          <a:prstGeom prst="rect">
            <a:avLst/>
          </a:prstGeo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3CE9CE7-861F-814D-6951-5C849A94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836F6AE-A1C7-15C2-163F-7A36637C563B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69C37B28-10C0-4916-8EB5-F1BA25CF9C6D}" type="datetime3">
              <a:rPr lang="en-US" smtClean="0"/>
              <a:t>17 November 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2FD890-41F2-DB03-0E7C-C9C5AE23E7F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3781415-B662-FC33-9DA1-CF6A5CE3E7B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8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74725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7" imgH="277" progId="TCLayout.ActiveDocument.1">
                  <p:embed/>
                </p:oleObj>
              </mc:Choice>
              <mc:Fallback>
                <p:oleObj name="think-cell Slide" r:id="rId5" imgW="277" imgH="277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_main"/>
          <p:cNvSpPr>
            <a:spLocks noGrp="1"/>
          </p:cNvSpPr>
          <p:nvPr>
            <p:ph type="title"/>
          </p:nvPr>
        </p:nvSpPr>
        <p:spPr>
          <a:xfrm>
            <a:off x="336000" y="334800"/>
            <a:ext cx="11520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 dirty="0"/>
          </a:p>
        </p:txBody>
      </p:sp>
      <p:sp>
        <p:nvSpPr>
          <p:cNvPr id="4" name="footer_date"/>
          <p:cNvSpPr>
            <a:spLocks noGrp="1"/>
          </p:cNvSpPr>
          <p:nvPr>
            <p:ph type="dt" sz="half" idx="2"/>
          </p:nvPr>
        </p:nvSpPr>
        <p:spPr>
          <a:xfrm>
            <a:off x="10056440" y="6444000"/>
            <a:ext cx="1224136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C37B28-10C0-4916-8EB5-F1BA25CF9C6D}" type="datetime3">
              <a:rPr lang="en-US" smtClean="0"/>
              <a:t>17 November 2025</a:t>
            </a:fld>
            <a:endParaRPr lang="en-US" dirty="0"/>
          </a:p>
        </p:txBody>
      </p:sp>
      <p:sp>
        <p:nvSpPr>
          <p:cNvPr id="5" name="footer_text"/>
          <p:cNvSpPr>
            <a:spLocks noGrp="1"/>
          </p:cNvSpPr>
          <p:nvPr>
            <p:ph type="ftr" sz="quarter" idx="3"/>
          </p:nvPr>
        </p:nvSpPr>
        <p:spPr>
          <a:xfrm>
            <a:off x="1502602" y="6444000"/>
            <a:ext cx="8517834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_page_number"/>
          <p:cNvSpPr>
            <a:spLocks noGrp="1"/>
          </p:cNvSpPr>
          <p:nvPr>
            <p:ph type="sldNum" sz="quarter" idx="4"/>
          </p:nvPr>
        </p:nvSpPr>
        <p:spPr>
          <a:xfrm>
            <a:off x="11316580" y="6444000"/>
            <a:ext cx="53942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_logo"/>
          <p:cNvSpPr>
            <a:spLocks noEditPoints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_main">
            <a:extLst>
              <a:ext uri="{FF2B5EF4-FFF2-40B4-BE49-F238E27FC236}">
                <a16:creationId xmlns:a16="http://schemas.microsoft.com/office/drawing/2014/main" id="{C951E56E-A855-A1CC-9B72-FFDB7F7BB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00" y="684000"/>
            <a:ext cx="11521038" cy="25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4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9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i="0" kern="1200" baseline="0">
          <a:solidFill>
            <a:schemeClr val="tx1"/>
          </a:solidFill>
          <a:latin typeface="+mj-lt"/>
          <a:ea typeface="+mn-ea"/>
          <a:cs typeface="+mn-cs"/>
        </a:defRPr>
      </a:lvl7pPr>
      <a:lvl8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6000" indent="-252000" algn="l" defTabSz="914400" rtl="0" eaLnBrk="1" latinLnBrk="0" hangingPunct="1">
        <a:lnSpc>
          <a:spcPct val="100000"/>
        </a:lnSpc>
        <a:spcBef>
          <a:spcPts val="1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211" userDrawn="1">
          <p15:clr>
            <a:srgbClr val="F26B43"/>
          </p15:clr>
        </p15:guide>
        <p15:guide id="11" orient="horz" pos="3816" userDrawn="1">
          <p15:clr>
            <a:srgbClr val="F26B43"/>
          </p15:clr>
        </p15:guide>
        <p15:guide id="12" pos="74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65377-5183-7680-59D0-489F1B8A789B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 anchor="t" anchorCtr="0"/>
          <a:lstStyle/>
          <a:p>
            <a:r>
              <a:rPr lang="de-DE" dirty="0"/>
              <a:t>Hallo</a:t>
            </a:r>
          </a:p>
        </p:txBody>
      </p:sp>
    </p:spTree>
    <p:extLst>
      <p:ext uri="{BB962C8B-B14F-4D97-AF65-F5344CB8AC3E}">
        <p14:creationId xmlns:p14="http://schemas.microsoft.com/office/powerpoint/2010/main" val="315856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126863-1035-FCD4-06B4-CA388491FBC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anchor="t" anchorCtr="0"/>
          <a:lstStyle/>
          <a:p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C909D-9F21-B2E3-CB05-93C7B2DDCBC8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 anchor="t" anchorCtr="0"/>
          <a:lstStyle/>
          <a:p>
            <a:r>
              <a:rPr lang="de-DE" dirty="0"/>
              <a:t>Hallo</a:t>
            </a:r>
          </a:p>
        </p:txBody>
      </p:sp>
    </p:spTree>
    <p:extLst>
      <p:ext uri="{BB962C8B-B14F-4D97-AF65-F5344CB8AC3E}">
        <p14:creationId xmlns:p14="http://schemas.microsoft.com/office/powerpoint/2010/main" val="5439015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80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oerber2025">
  <a:themeElements>
    <a:clrScheme name="Körber_Colors">
      <a:dk1>
        <a:sysClr val="windowText" lastClr="000000"/>
      </a:dk1>
      <a:lt1>
        <a:sysClr val="window" lastClr="FFFFFF"/>
      </a:lt1>
      <a:dk2>
        <a:srgbClr val="BFB8AF"/>
      </a:dk2>
      <a:lt2>
        <a:srgbClr val="E6E2DC"/>
      </a:lt2>
      <a:accent1>
        <a:srgbClr val="0060FF"/>
      </a:accent1>
      <a:accent2>
        <a:srgbClr val="BFB8AF"/>
      </a:accent2>
      <a:accent3>
        <a:srgbClr val="9D968D"/>
      </a:accent3>
      <a:accent4>
        <a:srgbClr val="FFE32F"/>
      </a:accent4>
      <a:accent5>
        <a:srgbClr val="FEC037"/>
      </a:accent5>
      <a:accent6>
        <a:srgbClr val="FE8623"/>
      </a:accent6>
      <a:hlink>
        <a:srgbClr val="0060FF"/>
      </a:hlink>
      <a:folHlink>
        <a:srgbClr val="0060FF"/>
      </a:folHlink>
    </a:clrScheme>
    <a:fontScheme name="Körber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36000" tIns="36000" rIns="36000" bIns="36000" rtlCol="0" anchor="ctr"/>
      <a:lstStyle>
        <a:defPPr algn="ctr">
          <a:defRPr sz="14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lIns="0" tIns="0" rIns="0" bIns="0" anchor="b" anchorCtr="0"/>
      <a:lstStyle>
        <a:defPPr algn="l">
          <a:defRPr dirty="0" smtClean="0"/>
        </a:defPPr>
      </a:lstStyle>
    </a:txDef>
  </a:objectDefaults>
  <a:extraClrSchemeLst/>
  <a:custClrLst>
    <a:custClr name="Traffic Light Green">
      <a:srgbClr val="00A310"/>
    </a:custClr>
    <a:custClr name="Traffic Light Amber">
      <a:srgbClr val="FEC037"/>
    </a:custClr>
    <a:custClr name="Traffic Light Red">
      <a:srgbClr val="EE532E"/>
    </a:custClr>
    <a:custClr name="White">
      <a:srgbClr val="FFFFFF"/>
    </a:custClr>
    <a:custClr name="Error">
      <a:srgbClr val="CE3800"/>
    </a:custClr>
    <a:custClr name="Success">
      <a:srgbClr val="00800D"/>
    </a:custClr>
    <a:custClr name="White">
      <a:srgbClr val="FFFFFF"/>
    </a:custClr>
    <a:custClr name="Markup Cyan">
      <a:srgbClr val="00FFFF"/>
    </a:custClr>
    <a:custClr name="Markup Magenta">
      <a:srgbClr val="FF00FF"/>
    </a:custClr>
    <a:custClr name="Markup Lime">
      <a:srgbClr val="00FF00"/>
    </a:custClr>
    <a:custClr name="Körber Blue">
      <a:srgbClr val="0060FF"/>
    </a:custClr>
    <a:custClr name="Körber White">
      <a:srgbClr val="FFFFFF"/>
    </a:custClr>
    <a:custClr name="Körber Gray 01">
      <a:srgbClr val="F5F3F1"/>
    </a:custClr>
    <a:custClr name="Körber Gray 02">
      <a:srgbClr val="E6E2DC"/>
    </a:custClr>
    <a:custClr name="Körber Gray 03">
      <a:srgbClr val="BFB8AF"/>
    </a:custClr>
    <a:custClr name="Körber Gray 04">
      <a:srgbClr val="9D968D"/>
    </a:custClr>
    <a:custClr name="Körber Black">
      <a:srgbClr val="000000"/>
    </a:custClr>
    <a:custClr name="Körber Yellow">
      <a:srgbClr val="FFE32F"/>
    </a:custClr>
    <a:custClr name="Körber Light Orange">
      <a:srgbClr val="FEC037"/>
    </a:custClr>
    <a:custClr name="Körber Orange">
      <a:srgbClr val="FE8623"/>
    </a:custClr>
  </a:custClrLst>
  <a:extLst>
    <a:ext uri="{05A4C25C-085E-4340-85A3-A5531E510DB2}">
      <thm15:themeFamily xmlns:thm15="http://schemas.microsoft.com/office/thememl/2012/main" name="20251022_PPT_Master_Template.pptx" id="{78415447-78BF-46CF-AB3B-9FB0EEA59E0D}" vid="{D4D55B85-348B-43F6-88F1-9CD3C3C1A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5ABDF528EFC43A0619635D4C6D96B" ma:contentTypeVersion="14" ma:contentTypeDescription="Create a new document." ma:contentTypeScope="" ma:versionID="f959b3429b9df458b81ca087c611bbf7">
  <xsd:schema xmlns:xsd="http://www.w3.org/2001/XMLSchema" xmlns:xs="http://www.w3.org/2001/XMLSchema" xmlns:p="http://schemas.microsoft.com/office/2006/metadata/properties" xmlns:ns2="67a0a844-c889-4af4-add2-90867fce7b52" xmlns:ns3="d95d6a36-7d53-4e58-a163-525d39abd5e7" targetNamespace="http://schemas.microsoft.com/office/2006/metadata/properties" ma:root="true" ma:fieldsID="5a03ef14d7cf6af83089092d65e50f86" ns2:_="" ns3:_="">
    <xsd:import namespace="67a0a844-c889-4af4-add2-90867fce7b52"/>
    <xsd:import namespace="d95d6a36-7d53-4e58-a163-525d39abd5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wne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0a844-c889-4af4-add2-90867fce7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d643c87-8475-4bb8-9a4c-73f245319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wner" ma:index="17" nillable="true" ma:displayName="Owner" ma:description="Who is owner/ contact person or group for this file?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5d6a36-7d53-4e58-a163-525d39abd5e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7622b2e-458d-44d6-b277-30dc517fb09c}" ma:internalName="TaxCatchAll" ma:showField="CatchAllData" ma:web="d95d6a36-7d53-4e58-a163-525d39abd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5d6a36-7d53-4e58-a163-525d39abd5e7" xsi:nil="true"/>
    <lcf76f155ced4ddcb4097134ff3c332f xmlns="67a0a844-c889-4af4-add2-90867fce7b52">
      <Terms xmlns="http://schemas.microsoft.com/office/infopath/2007/PartnerControls"/>
    </lcf76f155ced4ddcb4097134ff3c332f>
    <Owner xmlns="67a0a844-c889-4af4-add2-90867fce7b52">
      <UserInfo>
        <DisplayName/>
        <AccountId xsi:nil="true"/>
        <AccountType/>
      </UserInfo>
    </Owner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3497D1-CAB6-425A-B130-DD16E5D4FF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a0a844-c889-4af4-add2-90867fce7b52"/>
    <ds:schemaRef ds:uri="d95d6a36-7d53-4e58-a163-525d39abd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43D2CA-3330-442D-95A4-03EC30E4003D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d95d6a36-7d53-4e58-a163-525d39abd5e7"/>
    <ds:schemaRef ds:uri="67a0a844-c889-4af4-add2-90867fce7b52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A2F2099-A5C5-4F91-BEF5-FEB66A3ECD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Symbol</vt:lpstr>
      <vt:lpstr>Koerber2025</vt:lpstr>
      <vt:lpstr>think-cell Slide</vt:lpstr>
      <vt:lpstr>PowerPoint Presentation</vt:lpstr>
      <vt:lpstr>PowerPoint Presentation</vt:lpstr>
    </vt:vector>
  </TitlesOfParts>
  <Manager/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Winter</dc:creator>
  <cp:keywords/>
  <cp:lastModifiedBy>Niklas Winter</cp:lastModifiedBy>
  <cp:revision>2</cp:revision>
  <dcterms:created xsi:type="dcterms:W3CDTF">2025-11-07T09:12:34Z</dcterms:created>
  <dcterms:modified xsi:type="dcterms:W3CDTF">2025-11-17T15:12:22Z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0x0101004FF5ABDF528EFC43A0619635D4C6D96B</vt:lpwstr>
  </property>
  <property fmtid="{D5CDD505-2E9C-101B-9397-08002B2CF9AE}" pid="3" name="MediaServiceImageTags">
    <vt:lpwstr/>
  </property>
</Properties>
</file>